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6" y="4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852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889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029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7/24/2025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1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7/24/2025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604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7/24/2025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1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7/24/2025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609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7/24/2025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394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7/24/2025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906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51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8816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60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43674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6154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0097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pPr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214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Écran d’accueil des couleurs sur une surface blanche">
            <a:extLst>
              <a:ext uri="{FF2B5EF4-FFF2-40B4-BE49-F238E27FC236}">
                <a16:creationId xmlns:a16="http://schemas.microsoft.com/office/drawing/2014/main" id="{4C87D550-2CE6-7C83-15BC-10DFAD238DF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9091" t="6095" b="25724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F5F0CD5C-72F3-4090-8A69-8E15CB432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217496A2-9394-4FB7-BA0E-717D2D2E7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3800" y="0"/>
            <a:ext cx="7315200" cy="6858000"/>
          </a:xfrm>
          <a:prstGeom prst="parallelogram">
            <a:avLst>
              <a:gd name="adj" fmla="val 15925"/>
            </a:avLst>
          </a:prstGeom>
          <a:solidFill>
            <a:schemeClr val="bg1">
              <a:alpha val="8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02CF681-4765-4E88-802F-B2474DCD5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D57B2BA-243C-45C7-A5D8-46CA71943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23">
            <a:extLst>
              <a:ext uri="{FF2B5EF4-FFF2-40B4-BE49-F238E27FC236}">
                <a16:creationId xmlns:a16="http://schemas.microsoft.com/office/drawing/2014/main" id="{67374FB5-CBB7-46FF-95B5-2251BC685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19" name="Rectangle 25">
            <a:extLst>
              <a:ext uri="{FF2B5EF4-FFF2-40B4-BE49-F238E27FC236}">
                <a16:creationId xmlns:a16="http://schemas.microsoft.com/office/drawing/2014/main" id="{34BCEAB7-D9E0-40A4-9254-8593BD346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D567A354-BB63-405C-8E5F-2F510E670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7840B6C-A76C-5451-451B-0FCA24477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1450" y="1678665"/>
            <a:ext cx="4482553" cy="236913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/>
              <a:t>Présentation de l’</a:t>
            </a:r>
            <a:r>
              <a:rPr lang="fr-FR" err="1"/>
              <a:t>etat</a:t>
            </a:r>
            <a:r>
              <a:rPr lang="fr-FR"/>
              <a:t> du projet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6B9FB47-AF59-064F-5234-56C4F91553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8276" y="4050832"/>
            <a:ext cx="4485725" cy="1096899"/>
          </a:xfrm>
        </p:spPr>
        <p:txBody>
          <a:bodyPr>
            <a:normAutofit/>
          </a:bodyPr>
          <a:lstStyle/>
          <a:p>
            <a:endParaRPr lang="fr-CA"/>
          </a:p>
        </p:txBody>
      </p:sp>
      <p:sp>
        <p:nvSpPr>
          <p:cNvPr id="23" name="Rectangle 27">
            <a:extLst>
              <a:ext uri="{FF2B5EF4-FFF2-40B4-BE49-F238E27FC236}">
                <a16:creationId xmlns:a16="http://schemas.microsoft.com/office/drawing/2014/main" id="{9185A8D7-2F20-4F7A-97BE-21DB1654C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CB65BD56-22B3-4E13-BFCA-B8E8BEB92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6790ED68-BCA0-4247-A72F-1CB85DF06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DD0F2B3F-DC55-4FA7-B667-1ACD07920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6820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74CA86-BFB7-1801-381F-8B110EC87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0BE40E3-5550-4CDD-B4FD-387C33EBF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1A6B738-E50C-4653-B343-B9D6A5EA2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98768D6-B28C-40A3-B381-39306F58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B27C15B9-7795-4321-AB30-DF1DEF65C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578EC957-1F3F-4C00-B023-C8725C21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3D642632-BBD5-46D6-A91D-9B2BF682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BF9D518D-AFF5-4DE2-AEE2-0EC15479A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14EF979B-B00D-460C-BD56-7EEAFB7E0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3E40F9A1-6B82-400F-9397-26D1D36F1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2EF7DDF1-FF86-4CA4-B08B-8939557EBD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6D7C1F89-72B2-4FDC-B9E2-04F52D5C5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</p:grp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DDE9CD4-0E0A-4129-8689-A89C4E9A6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Écran d’accueil des couleurs sur une surface blanche">
            <a:extLst>
              <a:ext uri="{FF2B5EF4-FFF2-40B4-BE49-F238E27FC236}">
                <a16:creationId xmlns:a16="http://schemas.microsoft.com/office/drawing/2014/main" id="{BC8687F0-3B47-B0FE-ED34-612F850B5AB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t="2397" b="22603"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85DB3CA2-FA66-42B9-90EF-394894352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C8D0718-07C6-45A2-A743-BC64673C9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AE7BCCE-817C-4933-A587-F1EF87D4B4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3">
              <a:extLst>
                <a:ext uri="{FF2B5EF4-FFF2-40B4-BE49-F238E27FC236}">
                  <a16:creationId xmlns:a16="http://schemas.microsoft.com/office/drawing/2014/main" id="{0E96C1E8-3E07-4AF1-BA61-7FB948F90A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29" name="Rectangle 25">
              <a:extLst>
                <a:ext uri="{FF2B5EF4-FFF2-40B4-BE49-F238E27FC236}">
                  <a16:creationId xmlns:a16="http://schemas.microsoft.com/office/drawing/2014/main" id="{B3B592D1-4031-4144-A2DB-B2D8F8C73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55CB28D4-D6D1-4DB7-B557-D5FF65237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31" name="Rectangle 27">
              <a:extLst>
                <a:ext uri="{FF2B5EF4-FFF2-40B4-BE49-F238E27FC236}">
                  <a16:creationId xmlns:a16="http://schemas.microsoft.com/office/drawing/2014/main" id="{F69D97D4-6031-4064-9BBA-2E96839A3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32" name="Rectangle 28">
              <a:extLst>
                <a:ext uri="{FF2B5EF4-FFF2-40B4-BE49-F238E27FC236}">
                  <a16:creationId xmlns:a16="http://schemas.microsoft.com/office/drawing/2014/main" id="{BAF978AE-97B1-4224-A562-EBCE373A1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33" name="Rectangle 29">
              <a:extLst>
                <a:ext uri="{FF2B5EF4-FFF2-40B4-BE49-F238E27FC236}">
                  <a16:creationId xmlns:a16="http://schemas.microsoft.com/office/drawing/2014/main" id="{3A18250B-41A2-4BA7-9E5C-679CF3AE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C8751ECC-5286-4332-9942-2D01B7135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  <p:sp>
          <p:nvSpPr>
            <p:cNvPr id="35" name="Isosceles Triangle 34">
              <a:extLst>
                <a:ext uri="{FF2B5EF4-FFF2-40B4-BE49-F238E27FC236}">
                  <a16:creationId xmlns:a16="http://schemas.microsoft.com/office/drawing/2014/main" id="{5952A4A6-F619-458C-A026-6E5D6AF15D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A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31287922-DE31-F511-0DFD-D17FC4453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334" y="609600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3600"/>
              <a:t>Plan de présentation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5B655E4-E578-9E03-4A8E-86D186E82F41}"/>
              </a:ext>
            </a:extLst>
          </p:cNvPr>
          <p:cNvSpPr txBox="1"/>
          <p:nvPr/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1- introduction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5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2- présentation des données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5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3- Architecture du pipeline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5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4- Environnement d’exécution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5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5- Résultats obtenus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5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</a:rPr>
              <a:t>6- Analyse critique</a:t>
            </a:r>
          </a:p>
        </p:txBody>
      </p:sp>
    </p:spTree>
    <p:extLst>
      <p:ext uri="{BB962C8B-B14F-4D97-AF65-F5344CB8AC3E}">
        <p14:creationId xmlns:p14="http://schemas.microsoft.com/office/powerpoint/2010/main" val="199981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8D9DE7-C219-002F-4624-24953FB41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1- Introduction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322195-02E5-5232-F276-1A83DBC95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16444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3D31D0-C090-0301-51A2-CCD45FAFC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2- Présentation des données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A6C690-B2A0-E5B1-CF4F-60B2D478E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38919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9176A9-47A9-C28F-9F87-CC089A5C2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3- Architecture du pipeline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B34B78-4690-3EC1-0B04-6EE05DEBA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37938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2127B0-B0AA-2171-A92F-D7268CE0D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4- Environnement d’exécution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A0FC93-73F1-513C-2B75-7DB99BD35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732928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</TotalTime>
  <Words>40</Words>
  <Application>Microsoft Office PowerPoint</Application>
  <PresentationFormat>Grand écran</PresentationFormat>
  <Paragraphs>17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Facette</vt:lpstr>
      <vt:lpstr>Présentation de l’etat du projet</vt:lpstr>
      <vt:lpstr>Plan de présentation</vt:lpstr>
      <vt:lpstr>1- Introduction</vt:lpstr>
      <vt:lpstr>2- Présentation des données</vt:lpstr>
      <vt:lpstr>3- Architecture du pipeline</vt:lpstr>
      <vt:lpstr>4- Environnement d’exécution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Lema Noah, Bernadette</dc:creator>
  <cp:lastModifiedBy>Lema Noah, Bernadette</cp:lastModifiedBy>
  <cp:revision>1</cp:revision>
  <dcterms:created xsi:type="dcterms:W3CDTF">2025-07-24T23:20:36Z</dcterms:created>
  <dcterms:modified xsi:type="dcterms:W3CDTF">2025-07-24T23:27:23Z</dcterms:modified>
</cp:coreProperties>
</file>